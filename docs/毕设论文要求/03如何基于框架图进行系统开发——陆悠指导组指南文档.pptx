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559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5:55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5944 24575,'0'2'0,"1"0"0,-1 1 0,1-1 0,0 0 0,0 0 0,0 0 0,0 0 0,0 0 0,2 2 0,5 12 0,26 65 0,-22-54 0,14 42 0,-17-42 0,1 0 0,1-1 0,1 0 0,20 29 0,86 145 0,-45-73 0,32 35 0,-80-130 0,34 33 0,-46-51 0,51 49 0,124 92 0,-78-70 0,-80-62 0,12 11 0,46 67 0,-27-33 0,-22-29 0,1-3 0,2-1 0,2-2 0,1-2 0,1-2 0,64 29 0,78 22 0,-60-29 0,-31-9 0,-61-26 0,38 24 0,-10-5 0,72 37 0,-35-27-411,137 43-1,-154-62 412,53 17 0,-88-24 0,29 10 0,113 19-27,38 12-36,-2 3 976,-194-53-913,44 16 0,17 7 0,114 36 0,30-16 0,-208-47 0,108 14-441,-57-9 243,-26-1 198,-34-5 0,1-1 0,28 1 0,128 8 0,-46-3 0,114 14 0,-16 0 0,-7-1 0,-134-12 0,16 1 0,-94-11 0,0 0 0,0 1 0,15 5 0,-15-4 0,1 0 0,20 3 0,130 6-679,-40 0 679,-75-8 0,98 4 0,49 1 0,0-5-3081,11 1-266,-10 1 3347,6 0 0,-49 2 0,-35-2 0,88 6 0,-133-10 0,-49-3 0,0 2 0,1 1 0,29 5 0,-23-1 0,0-2 0,1-1 0,44-2 0,0 0 0,-9 5 0,20 0 0,73 1 1,-65-2-1,-25 1-1,25 0 1,-43-4 0,50 9 0,-17-1 1,134 13-83,-126-14 6139,139 5-5935,-119-7-122,-2-1 0,578-6 0,-591-7 0,-1 1 0,-46 6 0,132-7 0,-96 4 0,-1 1 0,-31-9-61,-41 7 33,1 1-1,27-2 1,161-7 938,-50-9-179,-98 12-578,118-28-153,218-81 0,-217 61 0,2 5 0,-96 29 0,60-22 0,30-8 0,137-37 0,-269 78 0,66-20 0,101-47 0,-148 51 0,-27 13 0,38-15 0,46-16 0,16-6 0,37-13 0,-96 35 0,79-21 0,183-43 0,-187 42 0,-24 9 0,-69 30 0,-25 7 0,-1-1 0,28-11 0,-16 1 0,86-33 0,78-30-382,-59 22 155,146-66 227,-258 110 0,89-42-160,179-75-478,-265 116 655,41-24 0,21-11 11,49-6-28,-101 39 526,49-25 1,-35 14-235,120-59-292,-76 36 0,30-24 0,66-28 0,-57 32 0,25-12 0,-86 42 0,33-18 0,51-35 0,-125 68 0,61-50 0,-34 28 0,-28 21 0,147-91-549,-158 102 544,35-30 0,-42 31 4,98-68 1,94-73 560,-194 142-560,21-21 0,0 0 0,112-103 0,-116 105 0,6-6 0,57-70 0,-7 3 0,-3 0 0,9-13 0,76-94 0,-105 132 0,6-8 0,33-35 0,-78 88 0,76-83 0,9-15 0,-5 4 0,-1-17 0,-101 136 0,43-61 0,-39 55 0,16-27 0,-2 3 0,22-39 0,-31 50 0,38-52 0,-39 62 0,12-23 0,7-10 0,50-72 0,-35 49 0,-14 18 0,37-80 0,-31 48 0,2-22 0,-3 24 0,-3 9 0,32-65 0,-50 95 0,24-87 0,-17 33 0,14-48 0,-24 97 0,39-111 0,4-17 0,-35 101 0,26-77 0,-27 64 0,1-24 0,35-76 0,-24 95 0,-2-10 0,1 15 0,-10 23 0,11-35 0,-26 84 0,0-1 0,-2 0 0,0 0 0,4-31 0,-7 37 0,1-1 0,1 1 0,0 0 0,1 1 0,15-26 0,-9 17 0,11-30 0,0 0 0,-15 37 0,11-33 0,-5 6 0,22-45 0,-37 89 0,1 0 0,-1 0 0,1 0 0,-1 0 0,0 0 0,1 0 0,-1 0 0,0 0 0,0 0 0,0 0 0,0 0 0,0 0 0,0-2 0,0 3 0,0 0 0,0-1 0,-1 1 0,1 0 0,0 0 0,0-1 0,0 1 0,0 0 0,-1 0 0,1-1 0,0 1 0,0 0 0,-1 0 0,1 0 0,0-1 0,0 1 0,-1 0 0,1 0 0,0 0 0,0 0 0,-1 0 0,1 0 0,0 0 0,-1 0 0,1 0 0,0 0 0,-1 0 0,1 0 0,-2 0 0,0 0 0,0 0 0,0 1 0,1 0 0,-1-1 0,0 1 0,0 0 0,1-1 0,-1 1 0,1 0 0,-1 0 0,1 1 0,-2 0 0,-9 8 0,-1-1 0,-14 9 0,0 0 0,23-16 0,-9 7 0,1 0 0,0 0 0,0 1 0,-12 15 0,3-9 0,18-15 0,1 1 0,0-1 0,0 0 0,0 1 0,0 0 0,0-1 0,0 1 0,0 0 0,1 0 0,-1 0 0,1 0 0,-2 3 0,6-6 0,0 0 0,1 0 0,-1 0 0,0-1 0,0 1 0,4-4 0,23-16 0,-19 12 0,-1 2 0,1-1 0,0 2 0,1-1 0,17-6 0,-26 12 0,0 0 0,0 0 0,-1 1 0,1 0 0,0-1 0,0 1 0,0 0 0,-1 0 0,1 0 0,0 1 0,0-1 0,0 0 0,-1 1 0,1 0 0,0 0 0,-1 0 0,1 0 0,-1 0 0,1 1 0,-1-1 0,1 1 0,-1-1 0,0 1 0,0 0 0,0 0 0,0 0 0,0 0 0,0 0 0,-1 0 0,1 1 0,1 2 0,10 18 0,-12-19 0,1-1 0,-1 1 0,1-1 0,0 0 0,0 1 0,0-1 0,1 0 0,-1 0 0,1-1 0,-1 1 0,1-1 0,0 1 0,0-1 0,0 0 0,7 4 0,-1-3-115,8 3-302,-1 1 1,23 13-1,-33-16-6409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5:24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2331 24575,'2'-48'-589,"2"0"-1,15-68 1,-12 76 462,35-146-865,-25 106-2989,21-110 224,-24 116 4329,17-93-6269,-29 156 5619,11-50 2183,0 0 5965,-8 42-2556,6-10-5508,-4 8 127,23-51-133,-20 44 0,34-94 0,-37 107 0,0-1 0,1 1 0,1 0 0,0 1 0,1 0 0,21-23 0,-11 13-3701,-5 6-397,-4 7 4906,125-98-5713,-73 68 8983,90-45 3740,-107 62-7818,75-29 0,-58 28 0,68-30 0,-107 46 0,37-11 0,-18 7 0,25-11-1383,105-33-4018,-16 13 12185,12 0-6784,-150 40 0,-10 2 0,201-52 0,-168 43 0,40-13 0,-69 20 0,-1 1 0,26-4 0,-26 5 0,0 0 0,0 0 0,21-9 0,-21 7 0,-1 1 0,1 0 0,23-3 0,-20 4 0,27-8 0,-31 7 0,0 1 0,1 0 0,-1 1 0,14 0 0,27-4 0,-19 1 0,0 2 0,62 2 0,-32 2 0,1277-2 0,-1297 6 0,-4 0 0,16 0 0,-36-4 0,25 2 0,5 1 0,-4 1 0,16 0 0,-39-3 0,25 0 0,-21-2 0,42 7 0,-43-6 0,44-1 0,-47-1 0,1 0 0,38 6 0,-43-3 0,1-2 0,-1 0 0,20-2 0,33 2 0,-36 5 0,-25-4 0,0 0 0,17 1 0,1-3 0,53 8 0,-64-6 0,34 0 0,-36-2 0,1 1 0,29 4 0,-21-1 0,0-2 0,0 0 0,32-3 0,-28 0 0,0 2 0,32 4 0,-17-1 0,0-1 0,55-4 0,-26-1 0,-11 1 0,66 3 0,-85 3 0,-24-2 0,28 0 0,-26-2 0,24 4 0,-24-2 0,25 0 0,-33-2 0,0 0 0,15 4 0,5 0 0,50 7 0,-46-8 0,-12-1 0,34 1 0,-37-3 0,28 4 0,-29-2 0,31 0 0,-13-2 0,65 7 0,-80-6 0,31 0 0,-34-2 0,0 0 0,28 6 0,-32-4 0,1 0 0,19-1 0,-21-1 0,0 0 0,0 2 0,16 2 0,-18-1 0,0-2 0,15 1 0,-15-1 0,0 0 0,13 3 0,-11-1 0,30 1 0,8 1 0,-30-2 0,0-1 0,0-1 0,23-3 0,39 3 0,-43 4 0,-25-2 0,30 1 0,-28-5 0,-4 1 0,1 0 0,0 1 0,28 5 0,50 6 0,-81-9 0,-1-2 0,1 1 0,14-2 0,-14 0 0,0 1 0,26 4 0,21 4 0,-17-4 0,-23-3 0,27 0 0,-29-2 0,0 1 0,18 4 0,-4-1 0,0-2 0,0-1 0,33-2 0,-2-1 0,-26 2 0,-7-1 0,-1 1 0,51 8 0,-63-5 0,-1-2 0,20 0 0,-21-1 0,0 1 0,0 0 0,17 4 0,28 4 0,-17-4 0,-22-3 0,36 0 0,-38-2 0,0 0 0,28 5 0,-27-2 0,1-1 0,0-1 0,24-2 0,35 1 0,-45 6 0,-24-4 0,0 0 0,15 0 0,0-2 0,-1 2 0,33 5 0,-44-5 0,1-1 0,17 0 0,-19-1 0,0 0 0,0 1 0,18 4 0,-10-2 0,0 0 0,1-2 0,-1 0 0,26-3 0,4 1 0,-35 1 0,26 6 0,-26-4 0,27 2 0,-2-4 0,60 8 0,-78-6 0,0 0 0,27-3 0,30 1 0,-45 6 0,-24-4 0,-1 0 0,16 0 0,692-2 0,-708 0 0,1 2 0,-1-1 0,0 2 0,0-1 0,15 7 0,-11-4 0,28 6 0,-27-8 0,0 1 0,16 6 0,23 6 0,75 11 0,-108-22 0,-9-3 0,0 0 0,25 2 0,57 7 0,-61-10 0,41 7 0,20 5 0,-31-1 0,14 2 0,-12-4 0,-40-5 0,1-1 0,35 0 0,-36-3 0,0 2 0,37 7 0,-10-1 0,-1 2 303,-34-7-859,-1-1 0,29 3 0,-35-6-6270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5:25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24575,'0'4'0,"0"-1"0,1 1 0,-1 0 0,1 0 0,0-1 0,0 1 0,0 0 0,1-1 0,-1 1 0,1-1 0,0 1 0,0-1 0,0 0 0,0 0 0,0 0 0,1 0 0,-1 0 0,1 0 0,5 3 0,7 9 0,78 73 0,-64-64 0,2-2 0,0-1 0,38 19 0,27 13 0,-95-53 0,-1 0 0,1 1 0,0-1 0,0 0 0,0 1 0,0-1 0,0 1 0,0-1 0,-1 1 0,1-1 0,0 1 0,0 0 0,-1-1 0,1 1 0,0 0 0,-1 0 0,1 0 0,-1-1 0,1 1 0,-1 0 0,1 0 0,-1 0 0,1 0 0,-1 0 0,0 0 0,0 0 0,0 0 0,1 0 0,-1 0 0,0 0 0,0 1 0,-1 0 0,0 0 0,0-1 0,0 1 0,0 0 0,0-1 0,-1 1 0,1-1 0,0 1 0,-1-1 0,1 0 0,-1 0 0,1 1 0,-1-1 0,-3 1 0,-39 21 0,0-2 0,-63 20 0,68-25 0,22-9 0,-34 9 0,-52 11 0,88-22 226,10-3-544,-1 0-1,1 0 1,-1-1 0,-8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5:32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6008 24575,'-2'1'0,"0"0"0,1 1 0,-1-1 0,1 0 0,-1 1 0,1 0 0,0-1 0,0 1 0,0 0 0,-1-1 0,1 1 0,1 0 0,-1 0 0,-1 3 0,-1 2 0,0-2 0,1 1 0,0-1 0,0 1 0,0-1 0,1 1 0,0 0 0,0-1 0,0 7 0,2 50 0,1-25 0,-2 280 0,1-306 0,1-1 0,0 0 0,0 0 0,1 0 0,1 0 0,0-1 0,9 17 0,-1 0 0,39 89 0,-29-54 0,-16-42 0,1 1 0,16 32 0,-4-12 0,-15-30 0,0 1 0,1-2 0,8 13 0,15 22 0,-15-24 0,28 37 0,6 3 0,27 19 0,-55-61 0,-1-1 0,2 0 0,25 15 0,2-7 0,-8-5 0,90 51 0,-110-61 0,4 4 0,28 10 0,-11-5 0,-23-11 0,23 9 0,47 18 0,3 0 0,-40-16 0,-29-10 0,23 6 0,65 16 0,-37-10 0,84 14 0,-54-19-121,192 26-491,-121-28 612,-24-1 0,-80-8 0,46 1 0,1 0-92,0 0-3,-30 0 515,0-1 48,29 4-436,-25-6-32,-59-3 0,34 4 0,18 3-269,120-5-1,-98-4 154,3490 2 771,-3576 0-655,25-6 0,-26 4 0,28-2 0,59-3 0,-57 2 0,43-6 0,60-12 0,-55 10 0,66-11 0,-40 4 0,67-15 0,-168 31 0,0-1 0,-1-1 0,34-15 0,8-3 0,84-29 0,39-21 0,-59 11 0,-4-3 0,-89 51 0,52-16 0,-45 23 0,-32 8 0,0-2 0,0 1 0,0-1 0,8-3 0,31-14 0,72-43 0,53-49 0,-129 85 0,14-12 0,40-26 0,-33 23 0,-19 14 0,62-29 0,-11 7 0,-50 21 0,-29 16 0,30-14 0,72-42 0,-103 58 0,106-60 0,-116 66 0,13-8 0,0 1 0,0 0 0,1 1 0,26-8 0,-23 11 0,83-22 0,-37 15 0,-56 12 0,-1-1 0,13-4 0,19-4 0,8 0 0,14-2 0,-49 11 0,25-8 0,5-1 0,59-12 0,-31 6 0,-49 10 0,37-5 0,8 0 0,-40 7 0,-19 3 0,0 0 0,15 0 0,-13 1 0,0-1 0,0-1 0,-1 0 0,25-8 0,11-3 0,-6 2 0,46-19 0,-61 21 0,12-5 0,76-25 0,-46 14 0,-29 10 0,5-1 0,68-27 0,9-8 0,37-19 0,263-146 0,-273 135 0,-107 57 0,38-21 0,87-66 0,-112 72 0,13-9 0,-57 39 0,148-114 0,-54 47 0,-35 32 0,38-28 0,16-19 0,21-23 0,0 4 0,-117 91 0,3 0 0,10-8 0,111-103 0,-18 20 0,-129 106 0,1 0 0,0 0 0,8-3 0,18-13 0,-18 8 0,120-106 0,-57 46 0,-34 33 0,61-71 0,-43 44-379,5-5-39,-48 50 421,0 1 0,34-27 0,-31 29-40,-1 0 0,29-35 0,64-72-496,-32 39 555,-37 37 170,46-56 388,36-47-473,-74 91 212,9-12-107,27-32-212,-48 60 0,22-38 0,-51 68 0,87-114 0,-30 32 0,-34 44 0,31-50 0,-12 17 0,67-87 0,-77 110 0,-3 3 0,54-61 0,-84 108 0,-1 0 0,11-20 0,0 2 0,89-140 0,-73 118 0,-14 19 0,2 1 0,36-39 0,-5 9 0,-36 40 0,-2 3 0,46-51 0,6-3 0,-10 8 0,-36 45 0,0 0 0,38-24 0,-19 15 0,75-71 0,-1-4 0,-67 63 0,-22 21 0,26-21 0,105-63 0,-56 40 0,84-61 0,-166 112 0,-9 6 0,1 1 0,19-10 0,110-52 0,-134 64 0,1 1 0,-2-1 0,1 0 0,-1-1 0,0 0 0,0 0 0,0 0 0,8-14 0,20-21 0,-25 31 0,14-22 0,-17 24 0,-3 2 0,2 0 0,-1 0 0,1 0 0,0 1 0,1 0 0,10-9 0,17-11 0,-23 17 0,1 0 0,0 0 0,14-7 0,6 5 315,-26 10-555,-1 0 0,0-1 0,0 0 0,0 0 0,0 0 0,9-6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5:33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24575,'42'-1'0,"45"2"0,-67 2 0,0 1 0,27 9 0,8 2 0,76 18 0,-128-32 0,1 0 0,-1 1 0,0-1 0,0 0 0,0 1 0,0 0 0,0 0 0,-1 0 0,1 0 0,0 0 0,-1 0 0,0 1 0,1-1 0,-1 1 0,3 4 0,-4-5 0,0 0 0,-1-1 0,1 1 0,0 0 0,-1 0 0,0 0 0,1-1 0,-1 1 0,0 0 0,0 0 0,0 0 0,0 0 0,0 0 0,0-1 0,-1 1 0,1 0 0,-1 0 0,1 0 0,-1-1 0,0 1 0,1 0 0,-1 0 0,0-1 0,0 1 0,0-1 0,0 1 0,-1-1 0,1 0 0,-2 2 0,-49 60 0,36-42 0,-23 24 0,33-39-1365,2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5:39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5871 24575,'0'28'0,"-1"-10"0,1 1 0,1 0 0,6 32 0,7 41 0,-4-46 0,26 74 0,-28-94 0,33 75 0,12 38 0,-33-94 0,38 63 0,-33-73 0,1 0 0,2-2 0,1-1 0,2-1 0,0-2 0,44 31 0,55 34 0,-88-65 0,9 7 0,-31-18 0,1-1 0,1-1 0,31 17 0,-29-21 0,-5-4 0,26 18 0,83 52 0,13 0 0,-110-61 0,55 28 0,268 98 0,-260-116 0,-48-15 0,56 23 0,-71-24 0,0-1 0,50 8 0,-5-1 0,66 14 0,-43-10 0,56 26 0,-3 6 0,120 46 0,-83-33 0,-139-51 0,89 16 0,-9-4 0,29 2-466,-39-9 158,-86-12 342,204 37 706,-21-5-740,-199-36 0,140 31 0,188 24 0,-151-43-619,-186-15 616,142 11 3,-79-7 0,41 1 0,1432-7-1220,-1306-18 1220,-144 8 0,129-23-576,-121 9 108,53-11-411,-52 21 888,61-13 20,-97 9-14,28-6-8,-9 7-7,138-33 0,-19-5 0,-102 29 0,-87 21 0,29-13 0,-30 12 0,0 0 0,19-4 0,185-49 1324,2 9 1057,-48 17-2381,-121 24 0,94-23 0,-75 14 0,44-16 0,-30 8 0,-29 10 0,94-44 0,-66 25 0,40-21-266,24-9-78,101-39 328,-81 36 16,-117 49 0,24-6 0,16-6 0,81-33 626,-2 0-626,-6-11 0,-45 12 0,-6 4 0,-44 22 0,57-37 0,-4-1 0,10-5 0,119-65 0,-240 140 0,255-158 0,-85 39 0,-117 78 0,56-46 0,50-46-529,-149 120 508,92-69 21,-64 48 120,62-53 310,-63 52-430,-30 26 0,-1 0 0,24-27 0,40-39 0,-30 32 0,-3 4-184,-28 27 5,32-37 0,60-74 179,64-71 0,-103 130 0,-11 11 0,49-51 429,-64 65-316,69-67-113,18-16 0,-13 20 0,21-24 0,-57 50 0,30-16 0,-62 50 0,-14 12 0,-23 22 0,85-65 0,-60 45 0,-19 15 0,15-11 0,49-38 0,51-38 0,-99 73 0,23-19 0,76-57 0,27-9 0,-33 30 0,-93 64 0,40-30 0,-34 26 0,-1 1 0,14-12 0,7-7 0,24-17 0,19-15 0,-53 40 0,148-100 0,-48 29 0,-110 77 0,52-39 0,-82 60 0,0 0 0,0 2 0,29-14 0,-26 15 0,-1-2 0,29-19 0,77-61 0,45-37 0,-92 70 0,72-50 0,-91 71 0,-28 20 0,47-38 0,-14 10 0,-41 30 0,25-22 0,13-9 0,-17 14 0,44-27 0,-56 39 0,35-28 0,-21 16 0,-29 21 0,21-19 0,35-30 0,-18 18 0,81-59 0,-32 24 0,18-16 0,-26 8 0,-27 21 0,27-16 0,-14 15 0,-43 37 0,41-41 0,-20 21 0,-48 39 0,0 0 0,20-14 0,-18 14 0,20-16 0,-21 14 0,23-13 0,-23 16 0,0-1 0,17-15 0,-13 9 0,35-24 0,-16 15 0,10-7 0,41-36 0,-42 36 0,-32 22 0,0 1 0,13-12 0,-10 7 0,1 1 0,19-12 0,-18 13 0,0-1 0,17-16 0,-24 20 0,-1 1 0,17-10 0,-16 10 0,1 0 0,12-12 0,-1 0 0,1 2 0,24-15 0,-32 21 95,0-1 1,20-20-1,5-5-1746,-32 31-5175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5:40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518 1 24575,'-3'0'0,"0"1"0,1 0 0,-1 1 0,1-1 0,-1 0 0,1 1 0,0-1 0,-1 1 0,-2 3 0,-10 6 0,-63 21 0,14-5 0,-1-1 0,39-16 0,-40 20 0,-15 10 0,-10 7 0,91-47 0,0 0 0,0 0 0,-1 0 0,1 0 0,0 0 0,0 0 0,0 0 0,0 0 0,0 0 0,0 0 0,0 0 0,0 0 0,-1 0 0,1 0 0,0 0 0,0 0 0,0 0 0,0 0 0,0 0 0,0 0 0,0 0 0,0 0 0,-1 0 0,1 0 0,0 0 0,0 0 0,0 0 0,0 1 0,0-1 0,0 0 0,0 0 0,0 0 0,0 0 0,0 0 0,0 0 0,0 0 0,0 0 0,0 0 0,-1 1 0,1-1 0,0 0 0,0 0 0,0 0 0,0 0 0,0 0 0,0 0 0,0 0 0,0 1 0,0-1 0,1 0 0,-1 0 0,0 0 0,0 0 0,0 0 0,0 0 0,0 0 0,0 0 0,0 1 0,9-2 0,14-5 0,-13 1 62,6-3-776,28-18 1,-38 22-6113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5:41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 24575,'0'30'0,"-2"0"0,-5 31 0,-8 13 0,8-41 0,1 0 0,1 0 0,0 38 0,5 0-1365,0-61-5461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5:46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5794 24575,'1'1'0,"0"-1"0,0 1 0,-1 0 0,1-1 0,0 1 0,0 0 0,-1 0 0,1-1 0,0 1 0,-1 0 0,1 0 0,-1 0 0,1 0 0,-1 0 0,1 0 0,-1 0 0,1 2 0,6 18 0,6 21 0,29 63 0,-23-61 0,29 57 0,-4-15 0,13 16 0,82 97 0,-104-152 0,7 6 0,3-2 0,64 57 0,3-14 0,-12-11 0,-72-60-202,56 33-1,-19-13 34,3 6 456,84 77 0,-131-105-287,0 0 0,32 44 0,-38-46 0,1 0 0,30 26 0,-27-27 0,20 21 0,-5-5 0,57 44 0,-17-17 0,-45-36 0,34 24 0,-27-25 0,149 93 0,-105-65 0,-41-25 0,-21-16 0,-12-8 0,0 1 0,0 0 0,7 6 0,11 11 0,0-1 0,1-2 0,1 0 0,0-2 0,1-1 0,42 16 0,-35-17 0,70 29 0,-38-18 0,66 9 0,-68-15 0,-38-12 0,-1 1 0,1 1 0,42 23 0,-43-18 0,1 0 0,0-2 0,35 11 0,-15-6 0,-30-10 0,-1-1 0,24 5 0,126 28 0,-94-26 0,36 7 0,-38-6 0,83 21 0,37 11 0,56 1 0,-182-34 0,130 21 0,-77-15 0,-27-3 0,42 8 0,-25-1 0,-68-13 0,18 2 0,31 8 0,95 27 0,-157-41 0,41 6 0,5 1 0,119 19-653,-104-19 461,-65-10 192,120 23 0,-86-16 0,99 5 0,-90-11 0,124 8 0,-86-8 0,14 1 0,4 4 0,-29-4 0,15-1 0,13 2 0,114 0 0,1 0 0,-145 0-612,96-6-1,-77-1 315,1155 1-1861,-1085-13 2159,-106 6 0,81-20-167,-48 6 72,-55 14 104,22-4 40,95-26 1,89-19 66,-141 34-82,-71 14-9,-15 4 22,46-15 0,1-3-47,83-13 0,-6 2 0,120-26 0,-161 24 3,11-3-45,-89 28-63,46-19 1,7-3 115,-42 18-11,-1-2 0,0-1 0,43-26 0,149-65 0,-49 20 0,-137 60 0,-25 13 0,0 2 0,43-17 0,-6 5 5,89-47 0,-83 37 139,56-18 415,-27 13-345,19-11-247,85-41-102,-4-1 102,-95 44 33,-42 19 0,11-9 0,19-8 0,-48 27 0,63-43 0,6-3 0,170-98 0,-225 133 0,-39 23 0,-1-1 0,24-17 0,-5 1-12,1 2 1,45-22-1,7-4 235,-18 11 275,-36 20-276,35-24 1,-31 18-194,58-29-1,-14 9-1,-19 12-27,12-9 0,110-58 0,-178 95 0,108-62 0,-48 26 0,9 2 0,10-7 0,-1-2 0,-46 27 0,60-42 0,80-50 49,-115 76-39,99-67-10,-38 30 0,-103 59 0,1 0 0,29-26 0,12-8 0,-7 11-640,70-45-3075,59-50 3089,-144 100 570,19-10-398,-31 24 1439,-1-3 4194,25-17-3362,-22 17-1737,37-35-1,-41 32-79,45-30 0,-25 21 0,73-67 0,-16 15 0,49-50 0,-93 80 0,39-33 0,10-6 0,-26 21 0,7-5 0,46-37 0,-47 38 0,1-4 0,-25 20 0,78-96 0,-10 1 0,-126 146 0,75-84 0,-39 48 0,18-18 0,-7 4 0,119-108 0,-106 101 0,-35 35 0,90-94 0,-11 8 0,3-10 0,-8 7 0,21-41 0,-73 92 0,39-46 0,-46 61 0,50-71 0,-7-18 0,-56 86 0,33-60 0,48-122 0,-92 193 0,55-124 0,-69 146 0,0 0 0,0 1 0,-2-2 0,9-39 0,-13 45 0,2 1 0,0-1 0,15-30 0,-16 37 0,40-107 0,-23 60 0,45-85 0,93-165 0,-150 292 0,15-22 0,-14 24 0,14-28 0,-16 27 0,2-1 0,15-19 0,3-4 0,93-143 0,-105 159 0,35-45 0,16-8 0,-59 67-455,1 1 0,15-15 0,-20 21-6371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5:48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439 1 24575,'-11'0'0,"1"1"0,0 1 0,-1-1 0,1 2 0,-16 5 0,-49 24 0,59-24 0,-40 16 0,-75 24 0,121-44-227,0 0-1,-1 0 1,2 1-1,-1 1 1,-17 11-1,21-13-6598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5:49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24575,'2'0'0,"-1"1"0,0-1 0,0 1 0,0-1 0,0 1 0,1 0 0,-1-1 0,0 1 0,0 0 0,0 0 0,0 0 0,-1 0 0,1 0 0,0 0 0,0 0 0,0 0 0,-1 0 0,1 0 0,-1 0 0,1 0 0,0 2 0,10 27 0,5 23 0,3 0 0,28 51 0,-39-85 0,-4-8 99,0 0-1,3 15 1,2 7-1760,-6-26-5165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6:01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5837 24575,'1'3'0,"0"1"0,0-1 0,0 0 0,1 0 0,-1 0 0,1-1 0,0 1 0,-1 0 0,1 0 0,5 3 0,2 7 0,16 21 0,32 36 0,-48-60 0,59 65 0,-48-54 0,30 29 0,-25-28 0,0 1 0,31 20 0,-30-23-152,-2 0-1,35 38 0,16 13-118,16-3 271,-25-20 0,58 35 0,-103-71 0,128 66-562,-49-30-1241,-51-22 1146,76 27-1,-48-26 738,255 82-1987,-218-76 1907,44 12 0,94 10 0,-16 4 0,-108-25 0,-15-4-6,185 39-132,-256-59 155,73 25 0,-30-7-3,235 88 4492,-250-88-4443,-19-9 70,75 40-1,-73-32-132,83 29 0,-130-53 0,89 29 0,27 11 0,83 31-850,-90-35-5003,135 32 5380,-127-40 467,101 27 56,-128-34 6063,12 7-3978,-18-4-1753,58 18-382,1 1 0,43 11 0,-167-49 0,0-2 0,30 4 0,17 4 0,43 9 0,34 15 0,-109-31 0,-29-6 0,1 1 0,15 5 0,160 55 0,-97-29 0,-60-20-106,1-3 0,44 11 0,68 6-393,-67-14 392,253 39-1322,-234-33 1429,62 8 0,313 35-848,-360-42 332,44 6-322,225 22 838,-317-39 0,52 7 0,-23-9 0,129 9 0,-35 5 0,-113-11 0,77-3 0,-33-2 0,46 0 0,12 1 0,-34 2 219,-28-2-61,89 7-158,42 1 1113,-171-9-1113,37 1 0,-10 0 0,0 0 0,772-6 1119,-771-7-1119,-3 1 0,66-2 0,-93 4 0,-3-1 0,66-1 0,-42 0 0,-7 0 0,36-1-503,-37 2 214,51-6 289,2-12 0,19 7 0,196-21 0,-255 17 0,-17 2 0,368-68-1547,-310 49 1547,-67 17 0,207-55 0,-103 19 789,37-10 254,-97 24-1043,-35 11 0,43-18 626,-72 27-462,96-33-164,42-19 0,-78 24 0,117-57 0,-150 72 0,-48 24 0,27-17 0,170-92 0,-75 35 0,-24 12 0,-27 30 0,-66 30 0,62-34 0,-48 21 0,98-37 0,1 0 0,101-43 0,-180 80 0,-37 14 52,-1-1 0,-1-1 1,49-32-1,-51 29-52,0 2 0,41-18 0,19-10 0,-36 13 0,96-39 0,13-7 0,-58 25 0,44-26 0,17-6 34,-86 45-23,120-63 1398,-96 49-1409,56-28 0,-59 28 0,-47 24 0,300-152-882,-167 79 882,1-8-113,93-31 969,-192 97-717,0 5-139,28-15 0,4-3 0,-24 13 0,47-30 0,19-10 0,-135 70 0,34-20 0,94-67 0,-69 45 0,-55 38 0,-12 6 0,22-12 0,-1-2 0,-1-2 0,36-34 0,-62 49 0,-2 0 0,10-14 0,-11 15 0,38-66 0,-18 30 0,-21 32 0,0 1 0,0-2 0,3-14 0,9-21 0,-11 32 0,8-32 0,-11 31 0,13-31 0,-12 36 0,-1 0 0,4-16 0,4-15 0,61-146 0,-14 29 0,-44 126 0,1 1 0,31-45 0,3-6 0,-36 59 0,1 1 0,1 0 0,32-37 0,1 9 0,42-44 0,116-115 0,-99 69 0,-18 19 0,-75 106 0,18-34 0,-2 3 0,26-38 0,-5 2 0,-48 78 0,-1 0 0,0 0 0,0-1 0,-1 0 0,0 0 0,2-15 0,6-20 0,4-20 0,-11 43 0,11-32 0,11-37 0,-17 53 0,-2 0 0,-1-1 0,-2 0 0,-2-50 0,-1 61 0,8-50 0,-7 58 0,-1-37 0,-2 41 0,2 0 0,-1-1 0,6-26 0,-3 31 0,-2-1 0,1-21 0,-1 21 0,-1 0 0,5-20 0,9-59 0,-2 1 0,14-85 0,-21 143 0,-2 18 0,-2 0 0,1-16 0,-1 18 0,0-1 0,4-13 0,1-26 0,-6 17 0,-1 11 0,2 0 0,5-41 0,-3 47 0,0-28 0,-2 28 0,4-26 0,1 12 0,-1 0 0,1-53 0,-7-314 0,0 387 0,-1 0 0,-1 1 0,0 0 0,0 0 0,-1 0 0,-1 0 0,-9-17 0,-3-8 0,14 28 0,0 1 0,-1 0 0,-1 0 0,0 0 0,0 1 0,0 0 0,-1 0 0,0 0 0,-13-12 0,15 15 0,-1 0 0,1 0 0,1-1 0,-1 0 0,1 0 0,-4-6 0,4 7 0,0-1 0,0 0 0,0 1 0,0 0 0,-1 0 0,0 0 0,-6-6 0,-63-47 0,61 48 0,-30-21 0,42 30 0,-1-1 0,1 1 0,-1 0 0,1 0 0,-1 0 0,0 0 0,1 0 0,-1 0 0,1 0 0,-1 0 0,0 0 0,1 0 0,-1 0 0,0 0 0,1 0 0,-1 0 0,1 1 0,-1-1 0,1 0 0,-1 0 0,1 1 0,-1-1 0,1 0 0,-1 1 0,1-1 0,-1 1 0,1-1 0,-1 0 0,1 1 0,-1-1 0,1 1 0,0-1 0,-1 1 0,1-1 0,0 1 0,0 0 0,-1 0 0,-9 27 0,8-21 0,-56 141 0,50-120 0,6-20 0,0-1 0,0 0 0,-1 0 0,-6 13 0,9-20 0,0 0 0,0 0 0,0 0 0,0 0 0,0 0 0,0 0 0,0 0 0,0 0 0,0 1 0,0-1 0,0 0 0,0 0 0,0 0 0,0 0 0,0 0 0,0 0 0,0 0 0,0 0 0,0 0 0,0 0 0,0 0 0,0 0 0,-1 0 0,1 0 0,0 0 0,0 0 0,0 0 0,0 0 0,0 0 0,0 0 0,0 0 0,0 0 0,0 0 0,0 0 0,0 0 0,0 0 0,0 0 0,-1 0 0,1 0 0,0 0 0,0 0 0,0 0 0,0 0 0,0 0 0,0 0 0,0 0 0,0 0 0,0 0 0,0 0 0,0 0 0,0 0 0,0 0 0,0 0 0,0 0 0,0 0 0,0 0 0,-1-1 0,1 1 0,0 0 0,0 0 0,0 0 0,0 0 0,0 0 0,0 0 0,0 0 0,0 0 0,-2-9 0,2-9 0,1 8 66,1 1 1,1-1-1,0 1 0,5-14 0,-3 12-631,-1 0-1,3-16 1,-5 17-6261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6:02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24575,'42'0'0,"46"1"0,-53 4 0,-25-2 0,1-2 0,15 1 0,10-3 238,-25 0-506,1 0 1,-1 1 0,0 1 0,0 0 0,12 2 0,-15 0-6559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9:03.0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683 50 24575,'-9'-1'0,"-1"-1"0,0 0 0,1-1 0,-1 0 0,-13-6 0,13 5 0,1 0 0,-1 0 0,1 0 0,-1 1 0,0 1 0,0 0 0,0 0 0,-17 0 0,-1 1 0,19 0 0,0 1 0,0-1 0,0 2 0,0-1 0,0 1 0,0 1 0,-13 3 0,16-3 0,1 1 0,0 1 0,-1-1 0,1 1 0,1-1 0,-1 1 0,1 1 0,-7 7 0,-2 4 0,-12 23 0,2-5 0,15-23 0,0 1 0,1-1 0,0 1 0,1 1 0,0 0 0,1-1 0,-5 17 0,-26 108 0,17-69 0,-4 37 0,-13 25 0,6-2 0,-1 0 0,-3 25 0,31-129 0,2 0 0,2 42 0,1-37 0,-4 37 0,-4-31 0,4-25 0,0 0 0,0 18 0,2 560 0,1-578 0,0 0 0,4 17 0,-3-17 0,0 1 0,0 15 0,4 31 0,-3-40 0,0 26 0,3 4 0,-1 0 0,3 32 0,-4-40 0,9 26 0,-3-13 0,17 65 0,-21-92 0,7 17 0,20 49 0,-23-66 0,0 1 0,1 0 0,2-1 0,0 0 0,26 34 0,-22-35 0,11 12 0,2 1 0,-12-13 0,-10-15 0,0 0 0,0 0 0,1-1 0,0 0 0,0-1 0,1 0 0,0-1 0,0 1 0,14 4 0,64 37 0,-55-29 0,-25-15 0,1 0 0,0-1 0,-1 1 0,1-2 0,0 0 0,0 0 0,18 2 0,68-5 0,-42 0 0,-16 2 0,-23 0 0,1 0 0,-1-1 0,0-1 0,19-3 0,-23 0 0,0-1 0,0 0 0,0 0 0,-1-1 0,0 0 0,15-14 0,-19 16 0,6-6 0,1 0 0,-1-1 0,-1 0 0,0 0 0,0-1 0,-1-1 0,-1 0 0,10-20 0,11-20 0,36-71 0,-52 92 0,-1-1 0,15-65 0,-7 17 0,-11 48 0,9-61 0,-13 65 0,1-13 0,1-20 0,-2 30 0,7-39 0,-1 1 0,13-59 0,-19 100 0,1-13 0,0-3 0,-3 33 0,-2 1 0,2-15 0,-2 5 0,5-25 0,-1 7 0,0 6 0,-3 21 0,0 0 0,0-13 0,4-33 0,-4 41 0,2-26 0,-4 17 0,1 0 0,6-31 0,-3 28 0,-3-1 0,-2-49 0,0 20 0,1-459 0,-1 506 0,0 1 0,-4-17 0,0-2 0,-1-4 0,-2 0 0,-1 1 0,-1 0 0,-24-49 0,-24-47 0,51 114 0,0 0 0,0 1 0,-1 0 0,-1 0 0,0 1 0,-1 0 0,-1 1 0,0 0 0,0 1 0,-1 0 0,-15-11 0,0 2 0,20 14 0,0 1 0,0 0 0,-1 0 0,0 0 0,0 1 0,0 0 0,0 0 0,-15-3 0,-18-4 0,24 6 0,-30-4 0,-24-2 0,39 6 0,16 2 0,1 1 0,-16 0 0,8 2 0,0-2 0,-28-4 0,0-2-1365,44 5-5461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9:14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803 91 24575,'-14'0'0,"-26"-6"0,-12 0 0,-42-5 0,0-1 0,35 11 0,-94 3 0,137 0 0,-25 7 0,29-5 0,0-2 0,0 1 0,-24 0 0,28-3 0,0 1 0,0-1 0,1 1 0,-1 1 0,0-1 0,1 1 0,-1 1 0,1-1 0,0 1 0,0 1 0,0-1 0,0 1 0,0 0 0,1 1 0,0 0 0,0 0 0,0 0 0,0 0 0,-4 8 0,6-6 0,0 1 0,1-1 0,0 1 0,1 0 0,0 0 0,0 0 0,1 0 0,0 1 0,0-1 0,1 0 0,0 0 0,2 17 0,-1-22 0,0 1 0,0-1 0,0 0 0,0 1 0,1-1 0,0 0 0,-1 0 0,1 0 0,0 0 0,1 0 0,-1 0 0,0-1 0,6 5 0,-2-1 0,1-1 0,1 1 0,-1-1 0,11 5 0,109 62 0,-119-68 0,3 2 0,1-1 0,0 0 0,0-1 0,0 0 0,1-1 0,24 2 0,5 0 0,-10-1 0,34 0 0,-55-3 0,0 0 0,15 3 0,20 2 0,-21-5 0,48 7 0,-44-5 0,1-1 0,49-3 0,-20-1 0,-46 2 0,-3 1 0,-1-1 0,1 0 0,-1-1 0,1 0 0,-1 0 0,0-1 0,1 0 0,15-7 0,-8 2 0,-12 5 0,0 0 0,0-1 0,0 1 0,-1-1 0,1 0 0,-1 0 0,1 0 0,-1-1 0,0 1 0,5-8 0,-2 3 0,-1-1 0,-1 0 0,1 0 0,-1 0 0,-1-1 0,0 0 0,6-20 0,-4 9 0,0 0 0,-2 0 0,0-1 0,-2 0 0,1-22 0,-3 41 0,0 0 0,0-1 0,0 1 0,0 0 0,-1 0 0,1-1 0,-1 1 0,0 0 0,0 0 0,0 0 0,0 0 0,-1 0 0,1 0 0,-1 0 0,0 0 0,0 1 0,0-1 0,0 1 0,0-1 0,0 1 0,-1 0 0,1 0 0,-1 0 0,0 0 0,0 0 0,1 1 0,-1-1 0,-5-1 0,-10-7 0,0 2 0,-1 0 0,0 0 0,0 2 0,-27-5 0,31 8 0,0-1 0,-15-6 0,17 6 0,0 0 0,0 0 0,-18-2 0,-50-7 0,59 9 0,19 3 0,-1 0 0,1 1 0,-1-1 0,1 1 0,-1 0 0,1 0 0,-5 0 0,7 0 0,-1 1 0,1-1 0,-1 1 0,1 0 0,-1-1 0,1 1 0,0 0 0,-1 0 0,1 0 0,0 0 0,0 0 0,0 0 0,-1 0 0,1 0 0,0 1 0,0-1 0,1 0 0,-1 1 0,0-1 0,0 2 0,-11 22-1365,10-17-5461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9:09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1525 24575,'1'4'0,"-1"0"0,1-1 0,0 1 0,-1-1 0,2 1 0,-1-1 0,0 1 0,1-1 0,2 5 0,23 31 0,-8-12 0,-3-2 0,1-1 0,0 0 0,37 36 0,-37-38 0,-13-17 0,-1-1 0,0 0 0,1 1 0,5 3 0,24 20 0,1-2 0,1-2 0,1-1 0,47 22 0,-28-19 0,81 34 0,85 19 0,-156-56 0,79 22 0,36 5-291,-6-2 14,232 19-1394,-367-63 1553,173 28-1021,-136-19 611,92 4-1,-111-12 420,253 22 109,-202-12-1,31 3 5,142 9 12,-230-22-42,55 14 0,26 3-308,140 11 1324,-8 3 726,36 1-979,-189-14-737,-60-17 0,199 12 0,-150-12 0,0 0 0,99 3 0,-70-6 0,-80-3 0,54 6 0,1 0 0,-67-6 0,37 6 0,25 0 0,-3 0 0,60 8 0,-67-11 0,16 3 0,-61-2 139,46-3 0,-48-1-177,60 7 0,1 0 38,-13-2 0,13 0-42,-64-4 361,41 5 1,-38-2-431,64-2 1,-61-2 8,51 5 0,24 2-340,-9-2 49,-25-1 393,-60-4 0,0 1 0,44 8 0,-36-3 0,-1-1 0,41 0 0,70-5 0,-52-2 0,408 2 0,-404-6 0,-4 0 0,82-3 0,25-2 0,-16 1 0,135-26 0,-269 30 0,66-19 0,55-13 0,6-1 0,-79 16 0,-55 14 0,47-17 0,146-36 0,-76 24 0,110-30 0,-249 63 0,36-17 0,6-2 0,158-49-309,-214 71 309,69-26 0,133-72 0,-8 2 0,-43 24 0,47-25 0,26-33 0,-107 65 942,-85 52-942,-27 11 0,0 0 0,17-10 0,120-59 926,-50 28-438,-81 36-488,224-117 0,-121 65 0,-68 36 0,26-10 0,-1 4 0,43-14 0,49-14 0,-64 21 0,153-53 0,-134 34 0,-56 24 0,105-46 0,-123 55 0,135-63 0,-137 68 0,-21 9 0,41-23 0,-62 30 0,21-13 0,0 1 0,44-17 0,-47 22 0,0-1 0,33-21 0,15-9 0,2 1 0,-35 17 0,42-30 0,-36 22 0,35-18 0,16-10 0,-56 33 0,53-24 0,7-3 0,78-65 0,-150 100-682,44-21-1,-64 35-6143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9:11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24575,'671'0'0,"-629"6"0,-2 0 0,-23-4 0,-1 0 0,24 6 0,-24-4 0,0-1 0,0-1 0,16 1 0,-31-3 0,0 0 0,1 0 0,-1 0 0,1 0 0,-1 0 0,1 0 0,-1 1 0,0-1 0,1 0 0,-1 1 0,0-1 0,1 1 0,-1 0 0,0-1 0,0 1 0,1 0 0,-1 0 0,0 0 0,0-1 0,0 1 0,0 1 0,0-1 0,1 1 0,-1 0 0,-1 0 0,1-1 0,-1 1 0,0 0 0,1 0 0,-1 0 0,0 0 0,0-1 0,0 1 0,0 0 0,0 0 0,-1 0 0,1-1 0,-1 1 0,1 0 0,-1 0 0,1-1 0,-2 3 0,-4 8 0,0-1 0,-1 1 0,-11 14 0,-10 16 0,20-29 0,-1 0 0,-12 13 0,-12 17 0,17-21 0,0 0 0,-2-1 0,-23 22 0,33-35 0,1 1 0,0 0 0,-6 12 0,7-12 0,0 1 0,-1-1 0,-9 10 0,-79 75 0,74-66 131,13-15-1627,4-7-5330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19:18.9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354 189 24575,'-2'1'0,"0"-1"0,-1 1 0,1-1 0,0 1 0,0 0 0,0 0 0,0 0 0,0 0 0,0 0 0,0 0 0,0 0 0,0 1 0,0-1 0,0 1 0,1 0 0,-1-1 0,-2 5 0,-4 4 0,1 1 0,-6 11 0,5-9 0,-40 76 0,-46 114 0,61-109 0,19-52 0,10-28 0,-4 29 0,-4 11 0,2-17 0,2-1 0,-6 61 0,10-62 0,1-15 0,-1 31 0,-2-4 0,0-1 0,8 18 0,-3 49 0,-5-78 0,4-25 0,0 1 0,0 15 0,2 304 0,1-316 0,1 0 0,1 1 0,0-1 0,5 15 0,1 2 0,-1 1 0,0 4 0,1-1 0,19 43 0,27 43 0,-34-69 0,-15-36 0,1 1 0,0-1 0,1-1 0,19 28 0,44 51 0,11 1 0,-16-22 0,-59-65 0,1 0 0,0-1 0,9 7 0,11 11 0,-7-4 0,1 0 0,27 34 0,-42-46 0,2 0 0,-1-1 0,14 11 0,11 9 0,-20-16 0,1 0 0,17 10 0,13 12 0,37 23 0,-77-54 0,57 32 0,10 8 0,48 30 0,-25-14 0,59 23 0,-24-11 0,-111-61 0,110 58 0,-92-51 0,-8-4 0,40 24 0,111 73 0,-95-59 0,-49-28 0,-28-17 0,2 0 0,-1-1 0,11 6 0,119 52 0,-62-34 0,139 31 0,-199-56 0,124 31 0,60 24 0,-5-13 0,-139-32 0,2 1 0,74 9 0,46 0 0,-52-13 0,14 1 0,-29-1 0,3 2 0,-66-8 0,41 1 0,-19 0 0,2 0 0,-44-5 0,45 7 0,-50-6 0,32 0 0,-34-2 0,44 5 0,-28 0 0,1-3 0,63-3 0,-32 0 0,373 1 0,-423-1 0,24-4 0,18-1 0,-38 5 0,23-5 0,-6 1 0,64-7 0,-17-2 0,-35 5 0,133-33 0,-181 41 0,609-168 0,-512 139 0,99-43 0,-64 21 0,27-12 0,36-11 0,-149 56 0,-4 2 0,74-39 0,-21 7 0,14-7 0,111-74 0,-83 37 0,14-19 0,-61 41 0,-59 46 0,56-50 0,-76 61 0,98-101 0,-106 106 0,0-1 0,-1 0 0,5-10 0,7-13 0,36-54 0,-44 71 0,-7 10 0,1 0 0,-1 1 0,1 0 0,4-5 0,2-2 0,-1 1 0,9-14 0,-10 11 0,18-18 0,21-28 0,-37 50 0,-2-1 0,1-1 0,11-22 0,-5 10 0,-9 11 0,0 0 0,0 0 0,-1-1 0,-1 0 0,4-21 0,0 3 0,15-50 0,1-23 0,-13 22 0,-8 63 0,-1 0 0,0-1 0,-2 1 0,-3-35 0,0 39 0,0 1 0,-1 0 0,-1 0 0,-13-28 0,-5-18 0,5 10 0,-29-59 0,36 86 0,6 11 0,-13-22 0,8 20 0,0 1 0,-2 0 0,1 0 0,-2 2 0,-25-22 0,0 6 0,-41-23 0,39 30 0,-1 2 0,-49-17 0,51 22 0,-67-23 0,-26-9 0,-29-10 0,104 37 0,-177-45 0,-14 8 0,177 45 0,46 8 0,-47-11 0,5-1 0,46 11 0,1-1 0,-1-1 0,-19-8 0,15 5 0,-1 1 0,0 1 0,0 1 0,-31-3 0,-48-14 0,-13-1 0,2 0 0,100 21 0,1 0 0,-17-7 0,19 5 0,0 1 0,0 1 0,-17-2 0,6 1 0,-43-12 0,-6-1 0,49 13 0,8 1 0,-1 1 0,-17 0 0,19 0 0,0 1 0,1-2 0,-1 0 0,-14-6 0,-3 1 0,-2 0 0,-40-4 0,43 8 0,-40-8 0,25 1 0,-159-44 0,178 47 0,-1 1 0,-32-4 0,-70-12 0,-8-1 0,88 13 0,-21-2 0,15 2 0,42 8 0,-1 0 0,1 0 0,-16 0 0,-22-3 0,22 1 0,8 1 0,-29-9 0,29 7 0,-24-4 0,-49-5 0,-57-8 0,81 11 0,-23 0 0,35 1 0,41 7 0,-34-3 0,30 5 0,-35-9 0,-5 0 0,3-1 0,44 9 0,-1-1 0,1 2 0,-21-1 0,-58-9 0,-12 0 0,48 7 0,41 2 0,-26 0 0,26 2 0,-24-4 0,24 2 0,-26 0 0,-4-3 0,0 0 0,-10 1 0,40 2 0,-26 0 0,32 2 0,1 0 0,-16-3 0,-21-3 0,22 7 0,-48-8 0,-32-4 0,85 10 0,-38 0 0,39 2 0,-1-1 0,-25-4 0,13 1 0,0 2 0,0 1 0,-33 2 0,2 1 0,-278-2 0,331-1 0,-1 0 0,-14-3 0,-22-2 0,-389 6 0,425 1 0,1 0 0,-16 3 0,-20 2 0,29-4 0,0-1 0,0 2 0,-29 9 0,26-7 0,-40 6 0,48-9 0,-1 0 0,-20 7 0,-15 3 0,-22 0 0,-13 0 0,13 0 0,39-7 0,19-3 0,0 0 0,-15 0 0,13-1 0,1 0 0,-13 4 0,-3 0 0,0 0 0,-47 15 0,49-12 0,-5 1 0,-1-3 0,-53 5 0,16 1 0,41-7 0,-13 1 0,-40 6 0,31-5 0,20-2 0,17-3 0,1 1 0,-23 9 0,22-7 0,0-1 0,-16 3 0,12-3 0,-29 9 0,34-8 0,-1-1 0,0 0 0,0-1 0,-17 1 0,28-4-85,0 0 0,-1 0-1,1 0 1,0 1 0,-1-1-1,1 1 1,0 0 0,0 0-1,0 0 1,0 1 0,0-1-1,0 1 1,0-1 0,0 1-1,-2 2 1,0 2-6741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22:30.7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769 72 24575,'-11'0'0,"2"-1"0,-1 1 0,1 0 0,0 1 0,0-1 0,-1 2 0,1-1 0,0 2 0,0-1 0,0 1 0,1 0 0,-12 6 0,-43 22 0,30-15 0,-31 12 0,35-15 0,0 0 0,-30 20 0,-65 55 0,112-77 0,0 1 0,1 0 0,1 1 0,0 0 0,-13 24 0,18-30 0,-3 8 0,1 0 0,0 1 0,-8 29 0,3-8 0,6-17 0,-5 31 0,2-7 0,-15 73 0,12-34 0,6-51 0,2 0 0,0 1 0,2 42 0,2-62 0,-1 1 0,-4 12 0,-1 27 0,7-12 0,0-21 0,-1-1 0,-1 0 0,0 1 0,-5 18 0,2-17 0,2 0 0,0 0 0,2 1 0,2 25 0,-1 5 0,-1 583 0,1-625 0,0 1 0,3 14 0,2 22 0,-6-9 0,-1-20 0,1 0 0,1 1 0,6 35 0,7 37 0,-3-8 0,-7-36 0,-4-35 0,1 0 0,4 25 0,1 5 0,-5-34 0,0 1 0,0 0 0,1-1 0,5 16 0,-3-13 0,-1 0 0,0 0 0,1 14 0,-2-12 0,0-1 0,7 19 0,29 95 0,-32-113 0,-1 3 0,1-1 0,0 1 0,2-1 0,0-1 0,0 1 0,2-1 0,16 20 0,-14-21 0,-1 0 0,12 18 0,-13-16 0,23 25 0,-29-37 0,0 0 0,0-1 0,1 1 0,-1-1 0,1 0 0,0 0 0,-1 0 0,1-1 0,0 0 0,9 2 0,-6-2 0,-1 1 0,0 0 0,1 0 0,6 4 0,-2 0 0,2 2 0,0-1 0,0 0 0,28 8 0,-38-14 0,-1 0 0,1 0 0,0-1 0,0 1 0,0-1 0,0 0 0,0 0 0,0-1 0,0 1 0,-1-1 0,1 1 0,0-1 0,0 0 0,-1-1 0,1 1 0,0-1 0,-1 1 0,1-1 0,-1 0 0,5-5 0,8-4 0,0 0 0,30-16 0,-29 18 0,0-1 0,26-19 0,-35 20 0,0 0 0,0 0 0,-1-1 0,0 0 0,8-16 0,-3 5 0,47-85 0,-52 95 0,-1 0 0,-1-1 0,0 1 0,0-1 0,-2 0 0,5-21 0,-4 8 0,-1 1 0,-2-37 0,0 51 0,0-1 0,3-15 0,2-20 0,-5 20 0,0 0 0,6-31 0,-3 29 0,-2 0 0,-3-55 0,-1 24 0,2-305 0,1 353 0,0 1 0,3-16 0,2-21 0,-6-541 0,-1 577 0,0 0 0,-3-14 0,-2-22 0,7-20 0,-2-54 0,-5 86 0,4 25 0,0 0 0,-1-17 0,3-1 0,-8-53 0,4 32 0,4 36 0,-1 1 0,-4-22 0,3 22 0,0-1 0,0-15 0,2 15 0,-2 0 0,-2-14 0,-4-33 0,3 17 0,1 6 0,-2-11 0,-11-41 0,4 23 0,2 14 0,6 25 0,-1 0 0,-2 0 0,-1 1 0,-17-36 0,16 38-682,-15-45-1,23 61-6143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22:33.6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4869 24575,'-5'45'0,"3"-40"0,1 0 0,0 0 0,0 0 0,1 0 0,-1 1 0,1-1 0,0 0 0,0 0 0,1 0 0,0 0 0,0 0 0,0 0 0,0 0 0,5 9 0,0-2 0,-1-1 0,0 1 0,5 23 0,-5-23 0,-1 0 0,2 0 0,0-1 0,0 0 0,12 17 0,3 4 0,30 39 0,-38-52 0,28 33 0,-10-15 0,-23-28 0,0-1 0,1 0 0,12 9 0,16 16 0,-18-12 0,1-1 0,1-1 0,0-1 0,1-1 0,35 20 0,38 17 0,81 43 0,1-21-744,-162-70 732,84 35-337,97 33-627,-86-37 976,23 6 0,-55-20-531,78 19-959,-49-17 1490,51 9 0,179 31-2480,-283-55 2227,149 24-1706,-55-14 1959,100 11 0,46-12-2149,-166-8 1284,25 2 932,269-1-1610,-246-7 1177,107 1 438,-60-5 123,195-2 311,-61-35 252,-238 23-758,-56 7 0,83-19 0,135-26-199,-123 25 3424,198-41-2172,-206 43-1053,27-6 0,-39 2 0,54-12 0,-28 4 0,-6 1 0,-4 3 564,18-6 108,-77 14-641,83-26 49,-87 23-80,48-18 0,-30 6 0,-61 23 0,58-28 0,-8 0 361,-59 28-121,-1-1 0,38-24 0,26-17-240,-19 12 0,22-8 0,-72 39 0,0-2 0,35-23 0,-34 19 242,2 1-1,67-27 1,-12 6 21,145-90-263,-173 93 2022,-19 11-2044,50-39 0,-49 31 1698,-18 15-1720,30-30 1,71-58 43,-55 51 0,-11 12 0,5-4 0,39-48 1057,-51 51-1057,11-12 0,89-96 0,-28 15 0,-117 129 0,104-121 0,51-92 0,-67 86 0,-28 47 0,-48 64 0,59-68 0,98-142 0,-116 149 0,-21 32 0,-10 16 0,8-11 0,-30 36 0,24-25 0,6-7 0,16-24 0,34-43 0,73-87 0,-127 161 0,-16 19 0,17-25 0,-15 18 0,24-26 0,-26 33 0,128-141 0,-32 29 0,-48 43 0,27-30 0,-24 46 0,21-24 0,1 1 0,-39 43 0,7-13 0,-11 11 0,21-27 0,-54 59 0,89-104 0,-87 107 0,15-14 0,-22 23 0,-1 0 0,17-22 0,10-11 0,-28 33 0,-1 0 0,14-24 0,-16 24 0,11-20 0,-12 22 0,-1-1 0,1 1 0,0 0 0,10-10 0,72-79 0,18-8 0,-12 23 0,29-27 0,-23 9 0,-64 68 0,-30 27 0,1 0 0,-1 0 0,10-6 0,13-12 0,36-29 0,-60 49 0,1 1 0,-1-1 0,1 1 0,0 1 0,0-1 0,0 1 0,0 0 0,0 0 0,0 1 0,1 0 0,9-1 0,10-3 0,5 1-1365,-21 4-5461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22:34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24575,'3'0'0,"0"1"0,0 0 0,0 1 0,0-1 0,-1 0 0,1 1 0,4 3 0,4 1 0,33 13 0,56 17 0,-27-11 0,115 62 0,-97-41 0,-77-39 0,0 2 0,14 9 0,-6-2 0,22 11 0,-26-17 0,0 1 0,17 15 0,0-3 0,-28-18 0,1-1 0,-1 1 0,13 12 0,-18-15 0,0 1 0,0-1 0,0 1 0,-1-1 0,1 1 0,-1 0 0,1 0 0,-1-1 0,0 1 0,0 0 0,0 0 0,-1 0 0,1 0 0,-1 1 0,1 2 0,0 6 0,-1-1 0,0 1 0,-1 0 0,0-1 0,-1 0 0,0 1 0,-1-1 0,0 0 0,-1 0 0,0 0 0,-1-1 0,-10 18 0,-8 14 0,14-25 0,-1 0 0,-14 18 0,-39 54 0,38-57 105,-1-3-1,-37 34 1,-23 24-1784,81-81-5147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22:49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980 978 24575,'1'-9'0,"0"-1"0,4-17 0,0 3 0,7-47 0,-7 39 0,-2 17 0,1-32 0,1-22 0,-2 45 0,0-24 0,-3-270 0,-2 305 0,0 1 0,0 0 0,-1 0 0,-1 0 0,0 0 0,0 0 0,-8-12 0,2 0 0,1 1 0,-6-16 0,13 37 0,1-1 0,0 1 0,-1 0 0,1 0 0,-1 0 0,0 0 0,0 1 0,0-1 0,0 0 0,0 1 0,0-1 0,0 1 0,-4-2 0,-33-15 0,27 12 0,0 0 0,0 1 0,0 0 0,-16-2 0,7 2 0,0 2 0,0 0 0,-23 1 0,-14 1 0,-49 2 0,102 0 0,-1 0 0,1 1 0,-1-1 0,1 1 0,0 0 0,-1 1 0,1-1 0,0 1 0,-6 4 0,-6 6 0,-19 18 0,0 0 0,30-26 0,0 1 0,0 0 0,1 0 0,-8 11 0,-11 12 0,15-19 0,2 0 0,-1 1 0,-7 13 0,2-2 0,1-1 0,0 0 0,-8 27 0,3-9 0,-19 55 0,1-1 0,28-72 0,1-1 0,0 1 0,-3 29 0,-3 9 0,-3 21 0,4-10 0,5-40 0,0 11 0,0 4 0,0 4 0,6-25 0,0-9 0,0 0 0,-1 0 0,-5 27 0,-2 19 0,2-18 0,2 12 0,4-38 0,-5 26 0,3-26 0,0 1 0,1 21 0,1-23 0,0-1 0,-1 1 0,-5 21 0,4-25 0,0 0 0,0 22 0,2-21 0,-1 0 0,-3 20 0,0-11 0,2-1 0,0 1 0,2 0 0,2 23 0,-1 7 0,-1 336 0,1-375 0,4 27 0,1 12 0,-4-26 0,1-1 0,1 1 0,2-1 0,0 0 0,2-1 0,17 41 0,38 53 0,-39-75 0,35 62 0,-50-90 0,20 23 0,-22-30 0,40 51 0,17 16 0,-58-68 0,2 1 0,-1-1 0,14 9 0,13 13 0,-19-17 0,0 0 0,0 0 0,1-2 0,29 15 0,-31-17 0,-5-3 0,0 0 0,-1 0 0,1-1 0,0-1 0,1 0 0,-1 0 0,1 0 0,-1-1 0,1-1 0,16 1 0,257-3 0,-277 1 0,0 0 0,0-1 0,0-1 0,0 1 0,0-1 0,0 0 0,0 0 0,6-3 0,45-29 0,-22 12 0,-16 10 0,-1-1 0,0-1 0,-1-1 0,22-23 0,-12 10 0,-19 19 0,0 0 0,-1-1 0,0 0 0,6-12 0,16-23 0,17-29 0,22-43 0,-19 12 0,-37 74 0,0-1 0,-3 0 0,8-45 0,-14 58 0,1-3 0,-1 1 0,-1-23 0,-2-380 0,-2 405 0,0 0 0,-1 0 0,0 0 0,-2 0 0,-12-31 0,10 28 0,1 0 0,-5-24 0,9 34 0,-7-21 0,-16-44 0,1 9 0,14 39 0,-26-50 0,18 40 0,-18-43 0,-11-36 0,29 75 0,11 24 0,-1 0 0,-13-22 0,-53-85 0,56 92 0,13 25 0,0-1 0,-1 1 0,0 1 0,-13-16 0,-35-35 0,42 45 118,10 11-196,0 0 0,-1 0 0,1 1 0,-1-1 0,1 1 0,-1-1 0,0 1 0,1 0 0,-1 0 0,0 0 0,-1 1-1,1-1 1,0 1 0,0 0 0,-1 0 0,1 0 0,-1 0 0,-3-1 0,-3 2-6748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22:51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24575,'2'25'0,"1"1"0,1 0 0,1-1 0,12 37 0,-5-21 0,-6-19 0,39 127 0,33 33 0,1-40 0,-34-66 0,-23-42 0,0-1 0,31 34 0,-41-54 0,7 10 0,18 27 0,-18-25-124,1-1-1,1 0 0,44 37 1,-4-3-28,-37-32 132,1-2 0,1 0 1,2-2-1,44 28 1,-33-26-140,40 32 0,-43-28 73,47 25-1,40 27-139,-83-53 107,1 0-1,49 22 1,21 6 119,51 22 0,-21-21-481,120 43-733,-193-77 1214,135 41 0,-100-32 0,37 9 0,6-3 0,10 2 0,-49-15 0,95 18 0,-61-15-1062,29 5-355,-158-31 1409,222 33-1467,20-4 427,-49-9 1111,61 5-63,-29-5 0,98 6 0,-219-20 0,-85-5-3,500 24-45,240-25-187,-388-2 1293,-294 1-1058,256-7 0,-201-3-7,118-10 1201,-30-11-955,-30 18-56,53 2-183,-114 8 0,33-4 0,23-6 1154,-189 12-1147,53-4 65,65-15 0,-58 0 1177,-46 12-578,37-8 1,79-15 414,2 0 15,-94 22-1101,49-7 0,-53 11 0,-19 2 0,30 0 0,-24 2 0,48-7 0,-44 3 0,1-2 0,-1-1 0,47-18 0,-38 5 0,-31 15 0,0 1 0,0 0 0,0 0 0,17-3 0,41-5 0,-35 8 0,-19 3 0,31-2 0,-35 3 0,1 0 0,17-4 0,1-1 0,68-14 0,-42 6 0,-37 10 0,1 1 0,0 0 0,26 1 0,-37 1 0,0 0 0,16-3 0,14-2 0,6 0 0,4 0 0,-6 6 0,56-8 0,18-4 0,-32 0 0,6-3 0,-59 9 0,-20 4 0,0 0 0,15 0 0,67-10 0,-39 14 0,43-3 0,-89-1-1365,-1-1-5461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0:22:52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24575,'0'1'0,"0"1"0,1 0 0,-1-1 0,0 1 0,1-1 0,-1 1 0,1-1 0,0 1 0,0-1 0,-1 1 0,1-1 0,0 0 0,0 1 0,0-1 0,2 1 0,22 20 0,0 1 0,-16-14 0,1 1 0,1-1 0,-1 0 0,2-1 0,-1-1 0,22 11 0,-5-1 0,137 77 0,-2-10 0,13-14 0,-166-66 0,-8-3 0,0 0 0,1 0 0,-1 0 0,0 0 0,0 0 0,0 1 0,0-1 0,3 2 0,-5-2 0,0 0 0,1-1 0,-1 1 0,0 0 0,1-1 0,-1 1 0,0 0 0,0-1 0,0 1 0,0 0 0,0 0 0,0-1 0,0 1 0,0 0 0,0 0 0,0-1 0,0 1 0,0 0 0,0-1 0,-1 1 0,1 0 0,0 0 0,0-1 0,-1 1 0,1-1 0,-1 1 0,1 0 0,0-1 0,-1 1 0,1-1 0,-1 1 0,1-1 0,-2 2 0,-16 15 0,0 0 0,-2 0 0,0-2 0,-34 20 0,42-27 0,-27 14 0,26-15 0,1 0 0,-20 14 0,27-18 0,0 0 0,0 0 0,-1 0 0,1-1 0,-1 1 0,0-1 0,-7 1 0,6-1 0,-1 0 0,0 1 0,-10 5 0,-128 82 0,140-86 0,-17 8-1365,17-8-5461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70ABD-F630-6BED-2F55-D7768A468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CED6FB-9A43-A18C-5C4D-F06F0A5E0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DCB379-78AD-795B-5C64-E172D3188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E377-358E-4480-BF57-4D828BCFCCDB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E91A7C-2FDE-2339-0EA2-0554384CE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23EFCA-50DC-C341-C546-57C78C72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C745-2F9E-4AA4-959D-478B4E02D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517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14B00-D639-1950-1A6D-54B6680BD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517DF8-6A8A-3ECF-F926-C892B9F85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6B6823-42D8-9E9E-486E-6AB0B4547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E377-358E-4480-BF57-4D828BCFCCDB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3A0188-A5AA-F9DD-0AB5-6BE3F4CC1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A7545F-C1EE-F12C-C0A0-186B1D0A2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C745-2F9E-4AA4-959D-478B4E02D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44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81673-A018-9193-639E-AD637DA7E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1706D2-3302-5553-83ED-0E425B5B0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76C931-FEF7-050F-73B5-F411B9EBF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E377-358E-4480-BF57-4D828BCFCCDB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7FFD7E-3C74-FD6C-5993-76E91B3F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54EEB5-7787-1097-BD78-46133151E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C745-2F9E-4AA4-959D-478B4E02D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242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28DD3-692A-C51A-EDDD-09E1F3312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84E0DC-9516-1B1D-FC2A-CBD59F6E7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0C13D1-B6B3-323C-CAA4-3C9105239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FAB4F5-D33D-F580-CA0D-5945639C2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E377-358E-4480-BF57-4D828BCFCCDB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BF3700-FE31-011C-6A3B-2B8C2D6ED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9502E1-2AAB-6B12-C7A2-EAD3BD420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C745-2F9E-4AA4-959D-478B4E02D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722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C1ED8-8BBA-93D6-24B9-EDF468138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9BC08B-D7A6-DBEE-AEBA-CD4737928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0C0688-5914-99E7-99C0-1C8E48993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68BC45-7785-32E9-1E77-13383E73DC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843534-270B-15C6-9AB2-6CA365C74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01C3F0-BB01-3092-36FC-1498995C9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E377-358E-4480-BF57-4D828BCFCCDB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C7C8FDA-8DD8-516D-58D0-B554B94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08C6FCA-C37E-3EA9-5BC8-3D7A261D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C745-2F9E-4AA4-959D-478B4E02D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631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AD78F-CDCF-1D57-C23E-8F41EC2E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9018D8-991D-373E-BCAB-0ECEA4476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E377-358E-4480-BF57-4D828BCFCCDB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E0C6DC-52D5-710F-4241-B2124513C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044A23-3C2A-E2CE-7B73-8FEEDC5DC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C745-2F9E-4AA4-959D-478B4E02D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388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5FE815-E084-3B29-8968-0C4D8AD7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E377-358E-4480-BF57-4D828BCFCCDB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22D22E-FEC8-A8DA-E2CC-641AC8513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582F96-A005-3033-D717-D6A9FFEFE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C745-2F9E-4AA4-959D-478B4E02D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24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538B3-9777-4BF6-EF6F-18431BEE1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A4C690-A495-3698-14E2-BA2D56455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898DF5-E90E-C98F-EF7B-5B7D872A0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08A641-C5EE-5E64-7F58-1C2DE0CDF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E377-358E-4480-BF57-4D828BCFCCDB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58C3B9-7C2D-5E0C-C53C-B2DA1F366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B216F8-C78C-4C5B-12E2-55C60A099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C745-2F9E-4AA4-959D-478B4E02D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74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6EC5A-C6F2-C016-5DDC-C69245F8C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8CBE1F1-ED1B-63B6-5285-0F49D9DA4A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5F01C4-C636-71CF-D2D9-911A35A6C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FA4B27-AF29-DAAF-CBAB-03E586217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E377-358E-4480-BF57-4D828BCFCCDB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DA8236-7600-E575-5851-DB14E9953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500ED0-F4E0-5D50-C380-48BD15700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C745-2F9E-4AA4-959D-478B4E02D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33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BFA6CC-59FA-3DB0-F234-DC7CE00A7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DD32EB-152F-E35F-F05B-7AA200D43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5F6F36-3903-5E3C-CCA8-3F449EBF5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E377-358E-4480-BF57-4D828BCFCCDB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A3FE4C-7456-5469-DB09-299695289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0A112A-6C4F-323C-2ADD-5B5C960D4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C745-2F9E-4AA4-959D-478B4E02D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662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0CBD4B-5D50-0013-603C-1E26EF13CD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4152E2-0BCF-182F-3617-8A1F751FC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76D709-43C8-073F-1766-A18678B9F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E377-358E-4480-BF57-4D828BCFCCDB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E06DC7-FFDB-FF78-E751-83BF1CF8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0449CF-470F-C3F6-20DC-B4AED941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C745-2F9E-4AA4-959D-478B4E02D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837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7197A5F-D2B5-3E55-1D31-6DE1F3EB1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BA110E-0A40-759E-A8E4-F469EAA4D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8B6B4-F9D9-E210-3FCF-2A12E841A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6E377-358E-4480-BF57-4D828BCFCCDB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E987E5-0EEC-E55D-4EE5-E8F3FCAA6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CD8F1-564F-745D-C720-0D47FA279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7C745-2F9E-4AA4-959D-478B4E02D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16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8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2" Type="http://schemas.openxmlformats.org/officeDocument/2006/relationships/image" Target="../media/image1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24" Type="http://schemas.openxmlformats.org/officeDocument/2006/relationships/customXml" Target="../ink/ink11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10" Type="http://schemas.openxmlformats.org/officeDocument/2006/relationships/customXml" Target="../ink/ink4.xml"/><Relationship Id="rId19" Type="http://schemas.openxmlformats.org/officeDocument/2006/relationships/image" Target="../media/image11.png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13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12" Type="http://schemas.openxmlformats.org/officeDocument/2006/relationships/customXml" Target="../ink/ink1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11" Type="http://schemas.openxmlformats.org/officeDocument/2006/relationships/image" Target="../media/image21.png"/><Relationship Id="rId5" Type="http://schemas.openxmlformats.org/officeDocument/2006/relationships/image" Target="../media/image18.png"/><Relationship Id="rId10" Type="http://schemas.openxmlformats.org/officeDocument/2006/relationships/customXml" Target="../ink/ink17.xml"/><Relationship Id="rId4" Type="http://schemas.openxmlformats.org/officeDocument/2006/relationships/customXml" Target="../ink/ink14.xml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customXml" Target="../ink/ink23.xml"/><Relationship Id="rId3" Type="http://schemas.openxmlformats.org/officeDocument/2006/relationships/image" Target="../media/image23.png"/><Relationship Id="rId7" Type="http://schemas.openxmlformats.org/officeDocument/2006/relationships/customXml" Target="../ink/ink20.xml"/><Relationship Id="rId12" Type="http://schemas.openxmlformats.org/officeDocument/2006/relationships/image" Target="../media/image28.pn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customXml" Target="../ink/ink22.xml"/><Relationship Id="rId5" Type="http://schemas.openxmlformats.org/officeDocument/2006/relationships/customXml" Target="../ink/ink19.xml"/><Relationship Id="rId15" Type="http://schemas.openxmlformats.org/officeDocument/2006/relationships/customXml" Target="../ink/ink24.xml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customXml" Target="../ink/ink21.xml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CC93DC-6B3C-2DC6-497C-539A718ED7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如何基于框架图进行系统开发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98F65E-6142-8744-19EB-77A6FF1D6E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zh-CN" altLang="zh-CN" sz="1800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陆悠 </a:t>
            </a:r>
            <a:r>
              <a:rPr lang="en-US" altLang="zh-CN" sz="1800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v1</a:t>
            </a:r>
            <a:r>
              <a:rPr lang="zh-CN" altLang="zh-CN" sz="1800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版 </a:t>
            </a:r>
            <a:r>
              <a:rPr lang="en-US" altLang="zh-CN" sz="1800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by 2024-12</a:t>
            </a:r>
            <a:endParaRPr lang="zh-CN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58777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B38DD-A796-F3C7-5F86-6C455E909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一、系统开发的前提基础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F26713-DF69-199D-89A1-6F1E4C2EF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、已明确自己的毕设课题名称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、已阅读任务书并完成开题报告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、已设计定稿通过的系统框架结构图</a:t>
            </a:r>
          </a:p>
        </p:txBody>
      </p:sp>
    </p:spTree>
    <p:extLst>
      <p:ext uri="{BB962C8B-B14F-4D97-AF65-F5344CB8AC3E}">
        <p14:creationId xmlns:p14="http://schemas.microsoft.com/office/powerpoint/2010/main" val="2190525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1909BB-B342-BF55-753F-A9E269792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二、系统开发的基本原则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199BE7-C92A-E0FC-D8A2-287AA67F3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、任务书和毕设课题对应系统的用户需求已提出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、框架结构图对应系统的设计蓝图已明确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、系统开发必须与设计蓝图一致，能覆盖用户的需求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、系统开发的最终成果必须能和框架结构图对应的起来，切忌框架图是一套系统，设计开发系统是一套系统，两个阶段各做各的，这会导致论文内容自相矛盾或前后不一致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严重不符合设计和需求的系统是不合格的系统，会导致毕设成绩一票否决</a:t>
            </a:r>
          </a:p>
        </p:txBody>
      </p:sp>
    </p:spTree>
    <p:extLst>
      <p:ext uri="{BB962C8B-B14F-4D97-AF65-F5344CB8AC3E}">
        <p14:creationId xmlns:p14="http://schemas.microsoft.com/office/powerpoint/2010/main" val="11387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3AD4AB-F07F-E479-D8F1-A9EDCAA3F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三、开发过程注意点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C391CA-7D50-0FB3-A0BD-1A6A1585F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、要有一个整体入口界面，有毕设题目的体现。代表系统本身的说明，如果系统分不同角色或功能类别使用的，入口界面应该有分角色登录功能，如果分功能类别，则应该有模块选择功能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38D9B4-6578-3CD8-5FAF-2501D147E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08" y="3781035"/>
            <a:ext cx="4781060" cy="21021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5FBC7F0-4389-5963-D0F1-2BAB47C19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096" y="3303455"/>
            <a:ext cx="5092271" cy="278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604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58403-241B-FE4A-51B6-200096A8F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00BC2D-E624-D42E-F02F-92029A6BF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三、开发过程注意点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85AFC8-AC19-96FE-2661-7395D0C9D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705" y="1442624"/>
            <a:ext cx="10515600" cy="4351338"/>
          </a:xfrm>
        </p:spPr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、每个模块（相当于框架图中的二层模块）应该也有一个汇总的首页，里面清晰体现模块内部包含的子模块（相当于框架图中的三层模块），</a:t>
            </a:r>
            <a:r>
              <a:rPr lang="zh-CN" altLang="en-US" dirty="0">
                <a:solidFill>
                  <a:srgbClr val="FF0000"/>
                </a:solidFill>
              </a:rPr>
              <a:t>每个模块外观有有明显区别</a:t>
            </a:r>
            <a:r>
              <a:rPr lang="zh-CN" altLang="en-US" dirty="0"/>
              <a:t>，雷同设计往往显得工作量单薄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461A9E1-6BA4-DA49-8BCB-3F6B77D6A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08" y="3781035"/>
            <a:ext cx="4781060" cy="210212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4367880-2190-AD3E-2B0D-A6932719D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259" y="2797654"/>
            <a:ext cx="6482525" cy="377671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AA1D1F-40CD-8949-7CF2-E2111F20E915}"/>
              </a:ext>
            </a:extLst>
          </p:cNvPr>
          <p:cNvSpPr/>
          <p:nvPr/>
        </p:nvSpPr>
        <p:spPr>
          <a:xfrm>
            <a:off x="359833" y="4110567"/>
            <a:ext cx="1358900" cy="16171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836F2C46-F7BF-6CB1-957A-D4BCC2D2B4A6}"/>
                  </a:ext>
                </a:extLst>
              </p14:cNvPr>
              <p14:cNvContentPartPr/>
              <p14:nvPr/>
            </p14:nvContentPartPr>
            <p14:xfrm>
              <a:off x="1358727" y="3528653"/>
              <a:ext cx="8075520" cy="327492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836F2C46-F7BF-6CB1-957A-D4BCC2D2B4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2607" y="3522533"/>
                <a:ext cx="8087760" cy="328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组合 28">
            <a:extLst>
              <a:ext uri="{FF2B5EF4-FFF2-40B4-BE49-F238E27FC236}">
                <a16:creationId xmlns:a16="http://schemas.microsoft.com/office/drawing/2014/main" id="{996AB138-7F8F-EA61-7D11-72B42C3811FD}"/>
              </a:ext>
            </a:extLst>
          </p:cNvPr>
          <p:cNvGrpSpPr/>
          <p:nvPr/>
        </p:nvGrpSpPr>
        <p:grpSpPr>
          <a:xfrm>
            <a:off x="617127" y="3246053"/>
            <a:ext cx="9473400" cy="3557520"/>
            <a:chOff x="617127" y="3246053"/>
            <a:chExt cx="9473400" cy="355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E5C5F0F7-C14C-D946-29FD-8C3898FA96BF}"/>
                    </a:ext>
                  </a:extLst>
                </p14:cNvPr>
                <p14:cNvContentPartPr/>
                <p14:nvPr/>
              </p14:nvContentPartPr>
              <p14:xfrm>
                <a:off x="1337487" y="3246053"/>
                <a:ext cx="4457160" cy="83916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E5C5F0F7-C14C-D946-29FD-8C3898FA96B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31367" y="3239933"/>
                  <a:ext cx="4469400" cy="85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107794A4-AD8A-AE24-6FA8-A02D62F832BA}"/>
                    </a:ext>
                  </a:extLst>
                </p14:cNvPr>
                <p14:cNvContentPartPr/>
                <p14:nvPr/>
              </p14:nvContentPartPr>
              <p14:xfrm>
                <a:off x="5701407" y="3377813"/>
                <a:ext cx="172800" cy="19728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107794A4-AD8A-AE24-6FA8-A02D62F832B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95287" y="3371693"/>
                  <a:ext cx="1850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43786505-15CC-6077-3D9A-17D8B75E9DFD}"/>
                    </a:ext>
                  </a:extLst>
                </p14:cNvPr>
                <p14:cNvContentPartPr/>
                <p14:nvPr/>
              </p14:nvContentPartPr>
              <p14:xfrm>
                <a:off x="617127" y="3484373"/>
                <a:ext cx="6864480" cy="284076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43786505-15CC-6077-3D9A-17D8B75E9DF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1007" y="3478253"/>
                  <a:ext cx="6876720" cy="28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4AA398C7-92CD-6579-3909-348129413B37}"/>
                    </a:ext>
                  </a:extLst>
                </p14:cNvPr>
                <p14:cNvContentPartPr/>
                <p14:nvPr/>
              </p14:nvContentPartPr>
              <p14:xfrm>
                <a:off x="7370007" y="3454133"/>
                <a:ext cx="163800" cy="10728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4AA398C7-92CD-6579-3909-348129413B3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63887" y="3448013"/>
                  <a:ext cx="176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FA686621-F3AA-F853-3C19-5F2EF84A6EF4}"/>
                    </a:ext>
                  </a:extLst>
                </p14:cNvPr>
                <p14:cNvContentPartPr/>
                <p14:nvPr/>
              </p14:nvContentPartPr>
              <p14:xfrm>
                <a:off x="863007" y="3529373"/>
                <a:ext cx="7485120" cy="301968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FA686621-F3AA-F853-3C19-5F2EF84A6EF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6887" y="3523253"/>
                  <a:ext cx="7497360" cy="30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1C5E258B-930C-8A59-CA05-EDDAB10D787B}"/>
                    </a:ext>
                  </a:extLst>
                </p14:cNvPr>
                <p14:cNvContentPartPr/>
                <p14:nvPr/>
              </p14:nvContentPartPr>
              <p14:xfrm>
                <a:off x="8106927" y="3530453"/>
                <a:ext cx="186480" cy="8784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1C5E258B-930C-8A59-CA05-EDDAB10D78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00807" y="3524333"/>
                  <a:ext cx="1987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B58C49FE-88AD-4BD6-AB19-1ED098F31530}"/>
                    </a:ext>
                  </a:extLst>
                </p14:cNvPr>
                <p14:cNvContentPartPr/>
                <p14:nvPr/>
              </p14:nvContentPartPr>
              <p14:xfrm>
                <a:off x="8330847" y="3517493"/>
                <a:ext cx="17280" cy="16092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B58C49FE-88AD-4BD6-AB19-1ED098F3153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24727" y="3511373"/>
                  <a:ext cx="29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761EE956-F586-EA4B-D12C-AFA123018196}"/>
                    </a:ext>
                  </a:extLst>
                </p14:cNvPr>
                <p14:cNvContentPartPr/>
                <p14:nvPr/>
              </p14:nvContentPartPr>
              <p14:xfrm>
                <a:off x="1075047" y="3544493"/>
                <a:ext cx="7731360" cy="325908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761EE956-F586-EA4B-D12C-AFA1230181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8927" y="3538373"/>
                  <a:ext cx="7743600" cy="32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36724412-F774-7BCF-B59B-ABAB57EF1655}"/>
                    </a:ext>
                  </a:extLst>
                </p14:cNvPr>
                <p14:cNvContentPartPr/>
                <p14:nvPr/>
              </p14:nvContentPartPr>
              <p14:xfrm>
                <a:off x="8651607" y="3543053"/>
                <a:ext cx="158040" cy="6228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36724412-F774-7BCF-B59B-ABAB57EF165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45487" y="3536933"/>
                  <a:ext cx="1702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F08EE14A-3C61-DA1E-815E-4DE08D827A6B}"/>
                    </a:ext>
                  </a:extLst>
                </p14:cNvPr>
                <p14:cNvContentPartPr/>
                <p14:nvPr/>
              </p14:nvContentPartPr>
              <p14:xfrm>
                <a:off x="8801007" y="3539093"/>
                <a:ext cx="54000" cy="13248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F08EE14A-3C61-DA1E-815E-4DE08D827A6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794887" y="3532973"/>
                  <a:ext cx="662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8F6A1129-7FC5-6220-4AF3-7C9C8F964DD9}"/>
                    </a:ext>
                  </a:extLst>
                </p14:cNvPr>
                <p14:cNvContentPartPr/>
                <p14:nvPr/>
              </p14:nvContentPartPr>
              <p14:xfrm>
                <a:off x="1545207" y="3541613"/>
                <a:ext cx="8539200" cy="322380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8F6A1129-7FC5-6220-4AF3-7C9C8F964DD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39087" y="3535493"/>
                  <a:ext cx="8551440" cy="32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2B5AB2DC-B7A9-56A9-8B2D-1FAC68D7DCA6}"/>
                    </a:ext>
                  </a:extLst>
                </p14:cNvPr>
                <p14:cNvContentPartPr/>
                <p14:nvPr/>
              </p14:nvContentPartPr>
              <p14:xfrm>
                <a:off x="9969567" y="3534413"/>
                <a:ext cx="120960" cy="648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2B5AB2DC-B7A9-56A9-8B2D-1FAC68D7DCA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963447" y="3528293"/>
                  <a:ext cx="133200" cy="18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54949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F3CF-A1F6-5922-2CEF-5F5300732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5D2D0-BD7E-D2FB-421B-848C38FBF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三、开发过程注意点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40C196-B566-D395-E13C-B3040EF23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、每个子模块（第三层的每一个框）对应一个独立页面，包括这个子模块的完整功能</a:t>
            </a:r>
            <a:endParaRPr lang="en-US" altLang="zh-CN" dirty="0"/>
          </a:p>
          <a:p>
            <a:r>
              <a:rPr lang="zh-CN" altLang="en-US" sz="2400" dirty="0"/>
              <a:t>切忌不同子模块的部分功能混杂在一个页面，或者多个子模块的功能混杂在一个页面，如果一个页面显得功能太单薄了，那说明这个子模块的功能设计的太少，应该增加这个子模块的功能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8517743-7895-4E33-30E7-E52B6B214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75" y="4115468"/>
            <a:ext cx="4781060" cy="210212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680B4E0-B097-8AA9-5D51-5F9EBFF34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425" y="3899842"/>
            <a:ext cx="4317209" cy="23177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6E7641F5-C62E-5E8E-AF3A-EBAEA2926E28}"/>
                  </a:ext>
                </a:extLst>
              </p14:cNvPr>
              <p14:cNvContentPartPr/>
              <p14:nvPr/>
            </p14:nvContentPartPr>
            <p14:xfrm>
              <a:off x="355047" y="4858493"/>
              <a:ext cx="522360" cy="11793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6E7641F5-C62E-5E8E-AF3A-EBAEA2926E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8927" y="4852373"/>
                <a:ext cx="534600" cy="11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B30805C2-B35E-391C-34E2-E9C6972E7711}"/>
                  </a:ext>
                </a:extLst>
              </p14:cNvPr>
              <p14:cNvContentPartPr/>
              <p14:nvPr/>
            </p14:nvContentPartPr>
            <p14:xfrm>
              <a:off x="7462167" y="4289333"/>
              <a:ext cx="399240" cy="17784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B30805C2-B35E-391C-34E2-E9C6972E77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56047" y="4283213"/>
                <a:ext cx="411480" cy="19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40921BA9-4BF2-E744-DF37-167D8BC43140}"/>
              </a:ext>
            </a:extLst>
          </p:cNvPr>
          <p:cNvGrpSpPr/>
          <p:nvPr/>
        </p:nvGrpSpPr>
        <p:grpSpPr>
          <a:xfrm>
            <a:off x="728007" y="4537733"/>
            <a:ext cx="9229680" cy="2003400"/>
            <a:chOff x="728007" y="4537733"/>
            <a:chExt cx="9229680" cy="20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F6CE60E2-791A-303D-EA67-A1F40DDEF6B7}"/>
                    </a:ext>
                  </a:extLst>
                </p14:cNvPr>
                <p14:cNvContentPartPr/>
                <p14:nvPr/>
              </p14:nvContentPartPr>
              <p14:xfrm>
                <a:off x="728007" y="5504693"/>
                <a:ext cx="5778360" cy="103644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F6CE60E2-791A-303D-EA67-A1F40DDEF6B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1887" y="5498573"/>
                  <a:ext cx="5790600" cy="10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5925341E-6785-06CC-AE47-8A6E05F848D4}"/>
                    </a:ext>
                  </a:extLst>
                </p14:cNvPr>
                <p14:cNvContentPartPr/>
                <p14:nvPr/>
              </p14:nvContentPartPr>
              <p14:xfrm>
                <a:off x="6239967" y="5498933"/>
                <a:ext cx="338760" cy="22572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5925341E-6785-06CC-AE47-8A6E05F848D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3847" y="5492813"/>
                  <a:ext cx="351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4D616BB3-4528-0241-11CC-74471BD20C91}"/>
                    </a:ext>
                  </a:extLst>
                </p14:cNvPr>
                <p14:cNvContentPartPr/>
                <p14:nvPr/>
              </p14:nvContentPartPr>
              <p14:xfrm>
                <a:off x="6709407" y="4537733"/>
                <a:ext cx="3248280" cy="150012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4D616BB3-4528-0241-11CC-74471BD20C9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03287" y="4531613"/>
                  <a:ext cx="3260520" cy="1512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98770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8BFF4-4CD4-48EC-CD2D-0D432397A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E90418-7D95-12C5-CB51-409195BA1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三、开发过程注意点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62D46D-190B-B39E-BEE7-A19769096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、跨越不同子模块的协同事务要仔细规划，不同模块中的相应功能部分要有呼应，在界面设计等方面要考虑，切忌不一致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8C5AA8-A6D6-4C41-2960-6730C3CFF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5" y="3294201"/>
            <a:ext cx="4781060" cy="210212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33FCF2F-C3D1-AFBB-0CBD-EC8384A62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511" y="2663915"/>
            <a:ext cx="3538822" cy="19514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A0A88B1-8D32-1876-7878-44539A253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511" y="4615364"/>
            <a:ext cx="3402748" cy="2189308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9F6DA35E-6D1F-A8C5-1ACD-89CFA54A202C}"/>
              </a:ext>
            </a:extLst>
          </p:cNvPr>
          <p:cNvGrpSpPr/>
          <p:nvPr/>
        </p:nvGrpSpPr>
        <p:grpSpPr>
          <a:xfrm>
            <a:off x="625047" y="3343973"/>
            <a:ext cx="5594760" cy="2396880"/>
            <a:chOff x="625047" y="3343973"/>
            <a:chExt cx="5594760" cy="239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B096592E-337A-882B-8CE0-722AC7A36A67}"/>
                    </a:ext>
                  </a:extLst>
                </p14:cNvPr>
                <p14:cNvContentPartPr/>
                <p14:nvPr/>
              </p14:nvContentPartPr>
              <p14:xfrm>
                <a:off x="625047" y="4042373"/>
                <a:ext cx="344880" cy="119844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B096592E-337A-882B-8CE0-722AC7A36A6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8927" y="4036253"/>
                  <a:ext cx="357120" cy="12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7899EBAE-126E-E492-960E-BE0AF0380EC2}"/>
                    </a:ext>
                  </a:extLst>
                </p14:cNvPr>
                <p14:cNvContentPartPr/>
                <p14:nvPr/>
              </p14:nvContentPartPr>
              <p14:xfrm>
                <a:off x="935727" y="3454133"/>
                <a:ext cx="5244480" cy="228672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7899EBAE-126E-E492-960E-BE0AF0380EC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9607" y="3448013"/>
                  <a:ext cx="5256720" cy="22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151600B3-8A1A-432F-4417-0135A12C90D6}"/>
                    </a:ext>
                  </a:extLst>
                </p14:cNvPr>
                <p14:cNvContentPartPr/>
                <p14:nvPr/>
              </p14:nvContentPartPr>
              <p14:xfrm>
                <a:off x="5922447" y="3343973"/>
                <a:ext cx="297360" cy="37404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151600B3-8A1A-432F-4417-0135A12C90D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916327" y="3337853"/>
                  <a:ext cx="309600" cy="38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EB1BFB9-6DE1-20E4-E59E-B7FC4E65D9CA}"/>
              </a:ext>
            </a:extLst>
          </p:cNvPr>
          <p:cNvGrpSpPr/>
          <p:nvPr/>
        </p:nvGrpSpPr>
        <p:grpSpPr>
          <a:xfrm>
            <a:off x="1861287" y="4126613"/>
            <a:ext cx="4584600" cy="2041920"/>
            <a:chOff x="1861287" y="4126613"/>
            <a:chExt cx="4584600" cy="204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4C681983-0A02-F742-7488-5D6E5527BA3D}"/>
                    </a:ext>
                  </a:extLst>
                </p14:cNvPr>
                <p14:cNvContentPartPr/>
                <p14:nvPr/>
              </p14:nvContentPartPr>
              <p14:xfrm>
                <a:off x="1861287" y="4126613"/>
                <a:ext cx="560160" cy="114840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4C681983-0A02-F742-7488-5D6E5527BA3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55167" y="4120493"/>
                  <a:ext cx="572400" cy="11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7DBCA474-2CEA-EEB8-7BF7-7DF51048DDF4}"/>
                    </a:ext>
                  </a:extLst>
                </p14:cNvPr>
                <p14:cNvContentPartPr/>
                <p14:nvPr/>
              </p14:nvContentPartPr>
              <p14:xfrm>
                <a:off x="2142087" y="5261693"/>
                <a:ext cx="4184640" cy="90684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7DBCA474-2CEA-EEB8-7BF7-7DF51048DDF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135967" y="5255573"/>
                  <a:ext cx="4196880" cy="9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3FFA5410-62F4-443B-3202-E73041C7859D}"/>
                    </a:ext>
                  </a:extLst>
                </p14:cNvPr>
                <p14:cNvContentPartPr/>
                <p14:nvPr/>
              </p14:nvContentPartPr>
              <p14:xfrm>
                <a:off x="6184527" y="5837333"/>
                <a:ext cx="261360" cy="27324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3FFA5410-62F4-443B-3202-E73041C7859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78407" y="5831213"/>
                  <a:ext cx="273600" cy="285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C08F7B9A-1B6D-E319-E75C-A3FDF42158A1}"/>
              </a:ext>
            </a:extLst>
          </p:cNvPr>
          <p:cNvSpPr txBox="1"/>
          <p:nvPr/>
        </p:nvSpPr>
        <p:spPr>
          <a:xfrm>
            <a:off x="10430932" y="5710018"/>
            <a:ext cx="15862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此处为反面案例，设计不太合理</a:t>
            </a:r>
          </a:p>
        </p:txBody>
      </p:sp>
    </p:spTree>
    <p:extLst>
      <p:ext uri="{BB962C8B-B14F-4D97-AF65-F5344CB8AC3E}">
        <p14:creationId xmlns:p14="http://schemas.microsoft.com/office/powerpoint/2010/main" val="1522527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FD026-56F3-7AB3-E127-D5DFA16F7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3F3BE-7705-E32C-0754-0CC3423CC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四、其他注意点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7B50E7-6825-70DC-E912-DE8A22CCD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、开发过程中可能会出现对已有框架图的调整需求，可以进行调整，但对应的框架图必须及时对应调整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、开发过程中应及时设计测试用例，并及时进行截图，作为后续论文写作的素材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、开发过程中遇到问题，有时候是设计失误造成的，要及时调整设计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/>
              <a:t>、切忌随意删减内容，会导致工作量不足的问题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1009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498</Words>
  <Application>Microsoft Office PowerPoint</Application>
  <PresentationFormat>宽屏</PresentationFormat>
  <Paragraphs>27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宋体</vt:lpstr>
      <vt:lpstr>Arial</vt:lpstr>
      <vt:lpstr>Office 主题​​</vt:lpstr>
      <vt:lpstr>如何基于框架图进行系统开发</vt:lpstr>
      <vt:lpstr>一、系统开发的前提基础</vt:lpstr>
      <vt:lpstr>二、系统开发的基本原则</vt:lpstr>
      <vt:lpstr>三、开发过程注意点</vt:lpstr>
      <vt:lpstr>三、开发过程注意点</vt:lpstr>
      <vt:lpstr>三、开发过程注意点</vt:lpstr>
      <vt:lpstr>三、开发过程注意点</vt:lpstr>
      <vt:lpstr>四、其他注意点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nuc</dc:creator>
  <cp:lastModifiedBy>nuc</cp:lastModifiedBy>
  <cp:revision>12</cp:revision>
  <dcterms:created xsi:type="dcterms:W3CDTF">2024-12-13T00:02:17Z</dcterms:created>
  <dcterms:modified xsi:type="dcterms:W3CDTF">2024-12-13T00:26:44Z</dcterms:modified>
</cp:coreProperties>
</file>